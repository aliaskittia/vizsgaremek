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5B9F"/>
    <a:srgbClr val="7460A5"/>
    <a:srgbClr val="463C85"/>
    <a:srgbClr val="1B1038"/>
    <a:srgbClr val="44296C"/>
    <a:srgbClr val="2D1F5C"/>
    <a:srgbClr val="DFC7DF"/>
    <a:srgbClr val="150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254488-5542-4C7C-9591-60B237563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B533CFC-981F-483B-B250-F322CA3BA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D08B41-2F65-4B5F-8269-541A590E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E9CE68-743D-444F-AB12-36C04B6B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378AB7-9F7C-48AA-9242-AF95E37A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655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AF0EDA-B660-4724-A625-D9A606F9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49D071-228D-463D-B491-A500F7A6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9A6F4D-8D5F-4CED-A2E2-7C9ACA5A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3C8370-437F-4523-A011-E5A20D5E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544605-4B3F-4231-A2F8-65A8AC26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981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8EB6CB-B6BA-4AF8-ACF8-59C0F32E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DEB577-3DD0-4D2D-88C6-DBFE0BEA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8C8069-0C24-4D30-8F73-D9A3B505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136FA2-BC25-4CFC-A808-D22DC33E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37E433-76F3-4C81-BAD7-94545AB4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096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0BB492-34B1-4E03-B753-8497DF48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7CA8A5-F087-4A43-8FD4-8E05A0753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98378EA-5B0B-4E14-ABC3-6B9D0D0F4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D2F494-B5BF-4613-8367-A20F414F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121E4AE-C285-4463-86CC-CFBBFB6D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2DBC0F1-509D-4113-98E2-D01974E1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534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315328-756C-4CC0-B042-5FFCC6E0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09DCEEA-F750-416A-B6B6-4FCADF03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3AB7E7-E88D-4BA7-A993-C32FD4BC6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5DEB73E-E768-4F25-900F-A4B7D2926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17BE0BC-341B-46C1-91E6-A94D9DE75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2A4F115-1AD9-432B-AB15-F857F1FB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3BAEFB9-87EC-49B2-993D-6136240E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8FB3757-A6BE-43CD-B405-8983D05C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909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BE4B3B-502F-4E9A-BE40-B8265162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878FA63-3AA9-46F2-945D-69F555EE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B71AF0A-FE44-48AD-8664-43C51878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2BB640E-01ED-4231-9420-2628DC3C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09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A5AA7DB-E78A-4ECF-AC2D-376BBB6B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7BC95B3-967D-43E0-ABFD-F3C862D9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7A5F9B9-C766-4C23-8464-D8CD1B93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602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01CA22-C814-473D-9B77-3487E3B5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0AF5B-392F-4BB2-94C8-BCB93A74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E6866BE-4E30-41D5-B59B-1E708D556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521A9C-910E-492D-84A1-FECF97E0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71ECA48-D1C9-4841-A43D-C2F551A0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B40E412-58E6-46D2-8167-650709FD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296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56F1DF-D891-4A07-9CA7-C293D4D3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6E92EF2-48C0-4AD3-AE4C-FD8CFBE1A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EB98823-B7CC-4ECC-BCB7-CD46B3673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3BAF7BF-1478-43A3-AA76-593D5FAF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01B0F57-763D-4E7E-A4ED-62870F13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17C50B-8C19-4C9C-8C38-D879B9B5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272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50E6A0-9681-4482-9629-DADB12E2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58D1988-D284-41FB-8A26-F2F8AD22B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32ADB6-58A5-453C-9180-BCAEA7AE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2C95167-5677-4AA2-B73D-9E64C886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88AF8C1-04AC-4AD5-AF79-087C4FB2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204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8A850A9-EBD7-4B62-BE1A-6271FF8CB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576D25C-9CB9-45B0-987B-5B5058C18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1F54A1-179B-4BD9-A38A-0ED322D1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3C8FC2-4154-42C7-9242-33B76D08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B1DF1EC-BBB5-422E-B532-11A5AAD8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907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B1038">
                <a:alpha val="81000"/>
              </a:srgbClr>
            </a:gs>
            <a:gs pos="52000">
              <a:srgbClr val="7460A5"/>
            </a:gs>
            <a:gs pos="100000">
              <a:srgbClr val="9F5B9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424228B-0063-41B8-93FF-6E06514C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E250AFA-515F-4580-AF9F-1AE1DC428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465E3CA-ECAE-4060-B9C2-F1E9357BB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658C-F494-40FE-A1E8-742EB00EC51A}" type="datetimeFigureOut">
              <a:rPr lang="hu-HU" smtClean="0"/>
              <a:t>2025. 04. 09.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5AC822E-1219-4ACC-B6EF-2BA89908F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44C58D-3877-42AC-AB06-916E5F25D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92871-0FA4-4842-8BAE-E930015889A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245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6" name="Kép 45" descr="A képen ruházat, rajzfilm, személy, Emberi arc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0F8364D-3293-6297-8384-C77865EB0C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3095"/>
          <a:stretch/>
        </p:blipFill>
        <p:spPr>
          <a:xfrm>
            <a:off x="5171992" y="10"/>
            <a:ext cx="6099050" cy="6857990"/>
          </a:xfrm>
          <a:prstGeom prst="rect">
            <a:avLst/>
          </a:prstGeom>
        </p:spPr>
      </p:pic>
      <p:pic>
        <p:nvPicPr>
          <p:cNvPr id="42" name="Kép 41" descr="A képen Emberi arc, rajzfilm, Kitalált szereplő, akciófigur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2AB8968-E97A-C161-0CEB-92CC1BACC6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" r="1" b="51965"/>
          <a:stretch/>
        </p:blipFill>
        <p:spPr>
          <a:xfrm>
            <a:off x="7281910" y="10"/>
            <a:ext cx="6095156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AE56A30-50A0-4155-8CC8-B8EDC7F40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85067" y="1600200"/>
            <a:ext cx="9795637" cy="22158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5200" dirty="0">
                <a:solidFill>
                  <a:srgbClr val="FFFFFF"/>
                </a:solidFill>
                <a:effectLst>
                  <a:glow rad="88900">
                    <a:schemeClr val="accent1">
                      <a:alpha val="40000"/>
                    </a:schemeClr>
                  </a:glow>
                  <a:outerShdw blurRad="101600" dist="25400" dir="20580000" algn="tl" rotWithShape="0">
                    <a:srgbClr val="9F5B9F">
                      <a:alpha val="78000"/>
                    </a:srgbClr>
                  </a:outerShdw>
                </a:effectLst>
              </a:rPr>
              <a:t>TFT Csapatépítő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FDA3E03-630D-4B8E-8C58-D1EE2E5D8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8242" y="3654159"/>
            <a:ext cx="3069018" cy="32385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hu-HU" sz="1600" dirty="0" err="1">
                <a:solidFill>
                  <a:srgbClr val="FFFFFF"/>
                </a:solidFill>
                <a:effectLst>
                  <a:glow rad="88900">
                    <a:schemeClr val="accent1">
                      <a:alpha val="40000"/>
                    </a:schemeClr>
                  </a:glow>
                  <a:outerShdw blurRad="101600" dist="25400" dir="20580000" algn="tl" rotWithShape="0">
                    <a:srgbClr val="9F5B9F">
                      <a:alpha val="78000"/>
                    </a:srgbClr>
                  </a:outerShdw>
                </a:effectLst>
                <a:latin typeface="+mj-lt"/>
                <a:ea typeface="+mj-ea"/>
                <a:cs typeface="+mj-cs"/>
              </a:rPr>
              <a:t>Mózsik</a:t>
            </a:r>
            <a:r>
              <a:rPr lang="hu-HU" sz="1600" dirty="0">
                <a:solidFill>
                  <a:srgbClr val="FFFFFF"/>
                </a:solidFill>
                <a:effectLst>
                  <a:glow rad="88900">
                    <a:schemeClr val="accent1">
                      <a:alpha val="40000"/>
                    </a:schemeClr>
                  </a:glow>
                  <a:outerShdw blurRad="101600" dist="25400" dir="20580000" algn="tl" rotWithShape="0">
                    <a:srgbClr val="9F5B9F">
                      <a:alpha val="78000"/>
                    </a:srgbClr>
                  </a:outerShdw>
                </a:effectLst>
                <a:latin typeface="+mj-lt"/>
                <a:ea typeface="+mj-ea"/>
                <a:cs typeface="+mj-cs"/>
              </a:rPr>
              <a:t> Emma Lili, Üveges Cintia</a:t>
            </a:r>
          </a:p>
        </p:txBody>
      </p:sp>
    </p:spTree>
    <p:extLst>
      <p:ext uri="{BB962C8B-B14F-4D97-AF65-F5344CB8AC3E}">
        <p14:creationId xmlns:p14="http://schemas.microsoft.com/office/powerpoint/2010/main" val="13043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Tartalom helye 10" descr="A képen képernyőkép, Számítógépes játék, Stratégiai videojáték, lil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A635455-DB15-4FEF-B102-09A692D07E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3"/>
          <a:stretch/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CECAB3A-FB37-47C6-99F2-894D59D0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Mi is </a:t>
            </a:r>
            <a:r>
              <a:rPr lang="en-US" sz="4000" dirty="0" err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az</a:t>
            </a:r>
            <a:r>
              <a:rPr lang="en-US" sz="4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 </a:t>
            </a:r>
            <a:r>
              <a:rPr lang="en-US" sz="4000" dirty="0" err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TeamFight</a:t>
            </a:r>
            <a:r>
              <a:rPr lang="en-US" sz="4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Tactics?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7E29ACD9-39F5-402D-844F-3E197017FA2B}"/>
              </a:ext>
            </a:extLst>
          </p:cNvPr>
          <p:cNvSpPr txBox="1"/>
          <p:nvPr/>
        </p:nvSpPr>
        <p:spPr>
          <a:xfrm>
            <a:off x="838200" y="3526300"/>
            <a:ext cx="10165218" cy="2588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u="sng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Alap: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Stratégiai táblajáték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Hexa mezőkön történik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u="sng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Harc: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Automatikus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Körökre osztott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Karakterek, osztályok, tárgyak, anomáliák, erősítések és pénz szerepe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Valós időben karakterek vs karakterek(pvp = player versus player = játékos a játékos ellen)</a:t>
            </a:r>
          </a:p>
        </p:txBody>
      </p:sp>
    </p:spTree>
    <p:extLst>
      <p:ext uri="{BB962C8B-B14F-4D97-AF65-F5344CB8AC3E}">
        <p14:creationId xmlns:p14="http://schemas.microsoft.com/office/powerpoint/2010/main" val="271288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068B58-6F94-4AFF-A8A7-18573884D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5B028C-7535-45E5-9D2C-32C50D0E0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966550B-4901-4942-9D72-04EAC5B9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4997189" cy="18935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Miben kapcsolódik a projectünk a játékhoz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09893A8-F704-4350-89C9-5748B47D7EEB}"/>
              </a:ext>
            </a:extLst>
          </p:cNvPr>
          <p:cNvSpPr txBox="1"/>
          <p:nvPr/>
        </p:nvSpPr>
        <p:spPr>
          <a:xfrm>
            <a:off x="1191966" y="2965593"/>
            <a:ext cx="4997189" cy="2941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 project egy útmutató játékhoz. Nyomon követi a karaktereket, osztályokat, tárgyakat, anomáliákat és erősítéseket.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sng"/>
              <a:t>Miben más: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Teljesen magyar leírások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Könnyebb és gyorsabb használat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Pontos adatok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1" name="Kép 10" descr="A képen szöveg, képernyőkép, Grafikus tervezés, rajzfilm látható">
            <a:extLst>
              <a:ext uri="{FF2B5EF4-FFF2-40B4-BE49-F238E27FC236}">
                <a16:creationId xmlns:a16="http://schemas.microsoft.com/office/drawing/2014/main" id="{3885954E-E6DF-0E6D-757F-3883AD538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22244"/>
          <a:stretch/>
        </p:blipFill>
        <p:spPr>
          <a:xfrm>
            <a:off x="6575741" y="895610"/>
            <a:ext cx="4880547" cy="2438140"/>
          </a:xfrm>
          <a:prstGeom prst="rect">
            <a:avLst/>
          </a:prstGeom>
        </p:spPr>
      </p:pic>
      <p:pic>
        <p:nvPicPr>
          <p:cNvPr id="9" name="Kép 8" descr="A képen szöveg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D73EAA6-879F-7131-166E-3FBBB86FC9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9" r="2540" b="2"/>
          <a:stretch/>
        </p:blipFill>
        <p:spPr>
          <a:xfrm>
            <a:off x="6575741" y="3504974"/>
            <a:ext cx="4880547" cy="243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4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49CDF-5DAC-4860-A285-9492CF20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AC8102-ADA5-4ABE-8D17-E26BA012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5011"/>
            <a:ext cx="3629555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Weboldal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E4DFE42-8B7F-4A3A-BE24-0722A9115A24}"/>
              </a:ext>
            </a:extLst>
          </p:cNvPr>
          <p:cNvSpPr txBox="1"/>
          <p:nvPr/>
        </p:nvSpPr>
        <p:spPr>
          <a:xfrm>
            <a:off x="1191966" y="2965592"/>
            <a:ext cx="3629555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A </a:t>
            </a:r>
            <a:r>
              <a:rPr lang="en-US" sz="1500" dirty="0" err="1"/>
              <a:t>weboldal</a:t>
            </a:r>
            <a:r>
              <a:rPr lang="en-US" sz="1500" dirty="0"/>
              <a:t> </a:t>
            </a:r>
            <a:r>
              <a:rPr lang="en-US" sz="1500" dirty="0" err="1"/>
              <a:t>egy</a:t>
            </a:r>
            <a:r>
              <a:rPr lang="en-US" sz="1500" dirty="0"/>
              <a:t> </a:t>
            </a:r>
            <a:r>
              <a:rPr lang="en-US" sz="1500" dirty="0" err="1"/>
              <a:t>alap</a:t>
            </a:r>
            <a:r>
              <a:rPr lang="en-US" sz="1500" dirty="0"/>
              <a:t> </a:t>
            </a:r>
            <a:r>
              <a:rPr lang="en-US" sz="1500" dirty="0" err="1"/>
              <a:t>kedv</a:t>
            </a:r>
            <a:r>
              <a:rPr lang="en-US" sz="1500" dirty="0"/>
              <a:t> </a:t>
            </a:r>
            <a:r>
              <a:rPr lang="en-US" sz="1500" dirty="0" err="1"/>
              <a:t>csináló</a:t>
            </a:r>
            <a:r>
              <a:rPr lang="en-US" sz="1500" dirty="0"/>
              <a:t> </a:t>
            </a:r>
            <a:r>
              <a:rPr lang="en-US" sz="1500" dirty="0" err="1"/>
              <a:t>és</a:t>
            </a:r>
            <a:r>
              <a:rPr lang="en-US" sz="1500" dirty="0"/>
              <a:t> </a:t>
            </a:r>
            <a:r>
              <a:rPr lang="en-US" sz="1500" dirty="0" err="1"/>
              <a:t>útmutató</a:t>
            </a:r>
            <a:r>
              <a:rPr lang="en-US" sz="1500" dirty="0"/>
              <a:t> a </a:t>
            </a:r>
            <a:r>
              <a:rPr lang="en-US" sz="1500" dirty="0" err="1"/>
              <a:t>játékhoz</a:t>
            </a:r>
            <a:r>
              <a:rPr lang="en-US" sz="1500" dirty="0"/>
              <a:t>. </a:t>
            </a:r>
            <a:r>
              <a:rPr lang="en-US" sz="1500" dirty="0" err="1"/>
              <a:t>Karakter</a:t>
            </a:r>
            <a:r>
              <a:rPr lang="en-US" sz="1500" dirty="0"/>
              <a:t>, </a:t>
            </a:r>
            <a:r>
              <a:rPr lang="en-US" sz="1500" dirty="0" err="1"/>
              <a:t>tárgy</a:t>
            </a:r>
            <a:r>
              <a:rPr lang="en-US" sz="1500" dirty="0"/>
              <a:t>, </a:t>
            </a:r>
            <a:r>
              <a:rPr lang="en-US" sz="1500" dirty="0" err="1"/>
              <a:t>osztály</a:t>
            </a:r>
            <a:r>
              <a:rPr lang="en-US" sz="1500" dirty="0"/>
              <a:t>, </a:t>
            </a:r>
            <a:r>
              <a:rPr lang="en-US" sz="1500" dirty="0" err="1"/>
              <a:t>anomália</a:t>
            </a:r>
            <a:r>
              <a:rPr lang="en-US" sz="1500" dirty="0"/>
              <a:t> </a:t>
            </a:r>
            <a:r>
              <a:rPr lang="en-US" sz="1500" dirty="0" err="1"/>
              <a:t>és</a:t>
            </a:r>
            <a:r>
              <a:rPr lang="en-US" sz="1500" dirty="0"/>
              <a:t> </a:t>
            </a:r>
            <a:r>
              <a:rPr lang="en-US" sz="1500" dirty="0" err="1"/>
              <a:t>erősítés</a:t>
            </a:r>
            <a:r>
              <a:rPr lang="en-US" sz="1500" dirty="0"/>
              <a:t>  </a:t>
            </a:r>
            <a:r>
              <a:rPr lang="en-US" sz="1500" dirty="0" err="1"/>
              <a:t>leírás</a:t>
            </a:r>
            <a:r>
              <a:rPr lang="en-US" sz="1500" dirty="0"/>
              <a:t> </a:t>
            </a:r>
            <a:r>
              <a:rPr lang="en-US" sz="1500" dirty="0" err="1"/>
              <a:t>röviden</a:t>
            </a: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u="sng" spc="-50" dirty="0" err="1"/>
              <a:t>Menük</a:t>
            </a:r>
            <a:r>
              <a:rPr lang="en-US" sz="1500" b="1" u="sng" spc="-50" dirty="0"/>
              <a:t>: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-50" dirty="0" err="1"/>
              <a:t>Főoldal</a:t>
            </a:r>
            <a:endParaRPr lang="en-US" sz="1500" spc="-5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-50" dirty="0" err="1"/>
              <a:t>Karakterek</a:t>
            </a:r>
            <a:endParaRPr lang="en-US" sz="1500" spc="-5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-50" dirty="0" err="1"/>
              <a:t>Tárgyak</a:t>
            </a:r>
            <a:endParaRPr lang="en-US" sz="1500" spc="-5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-50" dirty="0" err="1"/>
              <a:t>Osztályok</a:t>
            </a:r>
            <a:endParaRPr lang="en-US" sz="1500" spc="-5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-50" dirty="0" err="1"/>
              <a:t>Anomáliák</a:t>
            </a:r>
            <a:endParaRPr lang="en-US" sz="1500" spc="-5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spc="-50" dirty="0" err="1"/>
              <a:t>Erősítések</a:t>
            </a:r>
            <a:endParaRPr lang="en-US" sz="1500" spc="-50" dirty="0"/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2BDA0DF1-E84A-3CB2-C083-16C61E3CA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0834" r="21512" b="1"/>
          <a:stretch/>
        </p:blipFill>
        <p:spPr>
          <a:xfrm>
            <a:off x="5359151" y="895610"/>
            <a:ext cx="6107166" cy="505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19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46D32-7F03-E43D-94E8-611630E3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E9F4548-FF0D-897D-46E6-FF591B1A5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B3217-F0F7-B3CE-E869-EFFD0A952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C8A9B3-70FE-9DEC-014F-11C3A18AF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AB44B-61FA-C0C4-D58D-6507AF31A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61237-C3A4-8137-6ADE-94C23929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730753-E923-5ADC-5155-F0434A5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5011"/>
            <a:ext cx="3629555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4800" dirty="0"/>
              <a:t>Kódrészlet a weboldalból</a:t>
            </a:r>
            <a:endParaRPr lang="en-US" sz="48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3574C11-A8EB-BDFF-6D3B-DDD87EF94B01}"/>
              </a:ext>
            </a:extLst>
          </p:cNvPr>
          <p:cNvSpPr txBox="1"/>
          <p:nvPr/>
        </p:nvSpPr>
        <p:spPr>
          <a:xfrm>
            <a:off x="1191966" y="2965592"/>
            <a:ext cx="3629555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hu-HU" sz="1600" dirty="0"/>
              <a:t>Ez a képen látható </a:t>
            </a:r>
            <a:r>
              <a:rPr lang="hu-HU" sz="1600" dirty="0" err="1"/>
              <a:t>React</a:t>
            </a:r>
            <a:r>
              <a:rPr lang="hu-HU" sz="1600" dirty="0"/>
              <a:t> komponens egy "Anomáliák" nevű oldalt jelenít meg, ahol a felhasználók különleges anomáliák között böngészhetnek. A felületen van egy keresőmező, amely lehetővé teszi a név szerinti szűrést, valamint egy dinamikusan generált lista az anomáliákról. Minden egyes anomália kártyán megjelenik annak neve és hatása. A kód szépen tagolt, jól olvasható, és reszponzív felhasználói élményt céloz meg.</a:t>
            </a:r>
            <a:endParaRPr lang="en-US" sz="1500" spc="-50" dirty="0"/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BD49EEAF-B518-588E-EAE9-D6EBA7FE6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9151" y="895610"/>
            <a:ext cx="6048000" cy="500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9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46D32-7F03-E43D-94E8-611630E3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E9F4548-FF0D-897D-46E6-FF591B1A5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B3217-F0F7-B3CE-E869-EFFD0A952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C8A9B3-70FE-9DEC-014F-11C3A18AF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AB44B-61FA-C0C4-D58D-6507AF31A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61237-C3A4-8137-6ADE-94C23929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730753-E923-5ADC-5155-F0434A5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5011"/>
            <a:ext cx="3629555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4800" dirty="0" err="1"/>
              <a:t>Wpf</a:t>
            </a:r>
            <a:r>
              <a:rPr lang="hu-HU" sz="4800" dirty="0"/>
              <a:t> Program kinézete</a:t>
            </a:r>
            <a:endParaRPr lang="en-US" sz="48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3574C11-A8EB-BDFF-6D3B-DDD87EF94B01}"/>
              </a:ext>
            </a:extLst>
          </p:cNvPr>
          <p:cNvSpPr txBox="1"/>
          <p:nvPr/>
        </p:nvSpPr>
        <p:spPr>
          <a:xfrm>
            <a:off x="1191966" y="2965592"/>
            <a:ext cx="3629555" cy="29873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hu-HU" sz="1600" kern="0" spc="-50" dirty="0"/>
              <a:t>Az asztali programban valósul meg a projectünk Belépési is regisztrációs része. Emellett bővebb leírások találhatóak a Team </a:t>
            </a:r>
            <a:r>
              <a:rPr lang="hu-HU" sz="1600" kern="0" spc="-50" dirty="0" err="1"/>
              <a:t>FightTactics</a:t>
            </a:r>
            <a:r>
              <a:rPr lang="hu-HU" sz="1600" kern="0" spc="-50" dirty="0"/>
              <a:t> adataiból.</a:t>
            </a:r>
          </a:p>
          <a:p>
            <a:r>
              <a:rPr lang="hu-HU" sz="1600" b="1" u="sng" kern="0" spc="-50" dirty="0"/>
              <a:t>Menük:</a:t>
            </a:r>
          </a:p>
          <a:p>
            <a:r>
              <a:rPr lang="hu-HU" sz="1600" kern="0" spc="-50" dirty="0"/>
              <a:t>Főoldal</a:t>
            </a:r>
          </a:p>
          <a:p>
            <a:r>
              <a:rPr lang="hu-HU" sz="1600" kern="0" spc="-50" dirty="0"/>
              <a:t>Karakterek</a:t>
            </a:r>
          </a:p>
          <a:p>
            <a:r>
              <a:rPr lang="hu-HU" sz="1600" kern="0" spc="-50" dirty="0"/>
              <a:t>Anomáliák</a:t>
            </a:r>
          </a:p>
          <a:p>
            <a:r>
              <a:rPr lang="hu-HU" sz="1600" kern="0" spc="-50" dirty="0"/>
              <a:t>Tárgyak</a:t>
            </a:r>
          </a:p>
          <a:p>
            <a:r>
              <a:rPr lang="hu-HU" sz="1600" kern="0" spc="-50" dirty="0"/>
              <a:t>Osztályok</a:t>
            </a:r>
          </a:p>
          <a:p>
            <a:r>
              <a:rPr lang="hu-HU" sz="1600" kern="0" spc="-50" dirty="0"/>
              <a:t>Erősítések</a:t>
            </a:r>
          </a:p>
          <a:p>
            <a:r>
              <a:rPr lang="hu-HU" sz="1600" kern="0" spc="-50" dirty="0"/>
              <a:t>Karakterek és osztályaik</a:t>
            </a:r>
            <a:endParaRPr lang="en-US" sz="1500" spc="-50" dirty="0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78B358B3-6DF5-4BDC-9596-9834E33EB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830" y="1359031"/>
            <a:ext cx="6451754" cy="4139935"/>
          </a:xfrm>
        </p:spPr>
      </p:pic>
    </p:spTree>
    <p:extLst>
      <p:ext uri="{BB962C8B-B14F-4D97-AF65-F5344CB8AC3E}">
        <p14:creationId xmlns:p14="http://schemas.microsoft.com/office/powerpoint/2010/main" val="202375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46D32-7F03-E43D-94E8-611630E3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E9F4548-FF0D-897D-46E6-FF591B1A5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B3217-F0F7-B3CE-E869-EFFD0A952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C8A9B3-70FE-9DEC-014F-11C3A18AF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AB44B-61FA-C0C4-D58D-6507AF31A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61237-C3A4-8137-6ADE-94C23929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730753-E923-5ADC-5155-F0434A5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82" y="1275787"/>
            <a:ext cx="3248814" cy="14260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hu-HU" sz="4800" dirty="0"/>
              <a:t>Kódrészlet a </a:t>
            </a:r>
            <a:r>
              <a:rPr lang="hu-HU" sz="4800" dirty="0" err="1"/>
              <a:t>Wpf</a:t>
            </a:r>
            <a:r>
              <a:rPr lang="hu-HU" sz="4800" dirty="0"/>
              <a:t> programból</a:t>
            </a:r>
            <a:endParaRPr lang="en-US" sz="48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3574C11-A8EB-BDFF-6D3B-DDD87EF94B01}"/>
              </a:ext>
            </a:extLst>
          </p:cNvPr>
          <p:cNvSpPr txBox="1"/>
          <p:nvPr/>
        </p:nvSpPr>
        <p:spPr>
          <a:xfrm>
            <a:off x="1191966" y="2965592"/>
            <a:ext cx="3629555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US" sz="1500" spc="-5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60026427-0266-4C49-9CEF-4F8721A8B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239" y="1285380"/>
            <a:ext cx="7050534" cy="3497244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DDF94E0-68E3-4B30-B6E1-3EA905034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82" y="3102412"/>
            <a:ext cx="370073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képen egy WPF alkalmazás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Anomaliak.xaml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fájlja látható a Visual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Studio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-ban. A felületen navigációs gombok, egy anomáliák nevét szűrő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TextBox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és egy görgethető lista (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ItemsControl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található. Az anomáliák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kártyaszerűen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jelennek meg, nevükkel, hatásukkal és egy „Módosítás” gombbal. </a:t>
            </a:r>
          </a:p>
        </p:txBody>
      </p:sp>
    </p:spTree>
    <p:extLst>
      <p:ext uri="{BB962C8B-B14F-4D97-AF65-F5344CB8AC3E}">
        <p14:creationId xmlns:p14="http://schemas.microsoft.com/office/powerpoint/2010/main" val="301287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46D32-7F03-E43D-94E8-611630E3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E9F4548-FF0D-897D-46E6-FF591B1A5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B3217-F0F7-B3CE-E869-EFFD0A952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C8A9B3-70FE-9DEC-014F-11C3A18AF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AB44B-61FA-C0C4-D58D-6507AF31A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61237-C3A4-8137-6ADE-94C23929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730753-E923-5ADC-5155-F0434A5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82" y="1275787"/>
            <a:ext cx="3248814" cy="14260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hu-HU" sz="4800" dirty="0"/>
              <a:t>Kódrészlet a </a:t>
            </a:r>
            <a:r>
              <a:rPr lang="hu-HU" sz="4800" dirty="0" err="1"/>
              <a:t>Wpf</a:t>
            </a:r>
            <a:r>
              <a:rPr lang="hu-HU" sz="4800" dirty="0"/>
              <a:t> programból</a:t>
            </a:r>
            <a:endParaRPr lang="en-US" sz="48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3574C11-A8EB-BDFF-6D3B-DDD87EF94B01}"/>
              </a:ext>
            </a:extLst>
          </p:cNvPr>
          <p:cNvSpPr txBox="1"/>
          <p:nvPr/>
        </p:nvSpPr>
        <p:spPr>
          <a:xfrm>
            <a:off x="1191966" y="2965592"/>
            <a:ext cx="3629555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US" sz="1500" spc="-5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9C7ACAD-1F3D-4629-AD3C-8EE7106CB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966" y="2961212"/>
            <a:ext cx="9939451" cy="308410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E2D829D-BDD3-422E-B42F-F42D3DCF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389" y="1152677"/>
            <a:ext cx="695623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képen egy </a:t>
            </a: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TFT témájú adatbázis séma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látható. Az adatbázis tartalmaz karaktereket, osztályokat, tárgyakat,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augmenteket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(erősítéseket), anomáliákat, valamint felhasználókat és táblákat. A táblák között több kapcsoló (kapcsolattartó) tábla is van, például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characterclass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vagy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fullitems_partialitems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 struktúra támogatja a karakterek osztályhoz, tárgyakhoz, táblákhoz és felhasználókhoz való rendelését. </a:t>
            </a:r>
          </a:p>
        </p:txBody>
      </p:sp>
    </p:spTree>
    <p:extLst>
      <p:ext uri="{BB962C8B-B14F-4D97-AF65-F5344CB8AC3E}">
        <p14:creationId xmlns:p14="http://schemas.microsoft.com/office/powerpoint/2010/main" val="350487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73F708-E576-465C-9B03-FEDD63E5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anchor="t">
            <a:normAutofit/>
          </a:bodyPr>
          <a:lstStyle/>
          <a:p>
            <a:r>
              <a:rPr lang="hu-HU" sz="4000" dirty="0" err="1">
                <a:solidFill>
                  <a:schemeClr val="bg1"/>
                </a:solidFill>
                <a:latin typeface="Alaska" panose="020E0602030304020303" pitchFamily="34" charset="0"/>
              </a:rPr>
              <a:t>Swagger</a:t>
            </a:r>
            <a:endParaRPr lang="hu-HU" sz="4000" dirty="0">
              <a:solidFill>
                <a:schemeClr val="bg1"/>
              </a:solidFill>
              <a:latin typeface="Alaska" panose="020E0602030304020303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F7768DE-EBDE-B917-B6BA-8E7516A4E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46400"/>
            <a:ext cx="4394200" cy="2454300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bg1">
                    <a:alpha val="80000"/>
                  </a:schemeClr>
                </a:solidFill>
              </a:rPr>
              <a:t>Az alábbi képeken látható a </a:t>
            </a:r>
            <a:r>
              <a:rPr lang="hu-HU" sz="2400" dirty="0" err="1">
                <a:solidFill>
                  <a:schemeClr val="bg1">
                    <a:alpha val="80000"/>
                  </a:schemeClr>
                </a:solidFill>
              </a:rPr>
              <a:t>swaggerünk</a:t>
            </a:r>
            <a:r>
              <a:rPr lang="hu-HU" sz="2400" dirty="0">
                <a:solidFill>
                  <a:schemeClr val="bg1">
                    <a:alpha val="80000"/>
                  </a:schemeClr>
                </a:solidFill>
              </a:rPr>
              <a:t> egy részlete. </a:t>
            </a:r>
          </a:p>
          <a:p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41FD0F2F-5D06-90E1-1676-22F81F6AD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89" b="-2"/>
          <a:stretch/>
        </p:blipFill>
        <p:spPr>
          <a:xfrm>
            <a:off x="5814060" y="2"/>
            <a:ext cx="6377940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36AE1E-EF7C-E7A3-C3DF-CC4DFEB07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68" b="-2"/>
          <a:stretch/>
        </p:blipFill>
        <p:spPr>
          <a:xfrm>
            <a:off x="5814060" y="3524252"/>
            <a:ext cx="6377940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1333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362</Words>
  <Application>Microsoft Office PowerPoint</Application>
  <PresentationFormat>Szélesvásznú</PresentationFormat>
  <Paragraphs>44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Alaska</vt:lpstr>
      <vt:lpstr>Arial</vt:lpstr>
      <vt:lpstr>Calibri</vt:lpstr>
      <vt:lpstr>Calibri Light</vt:lpstr>
      <vt:lpstr>Office-téma</vt:lpstr>
      <vt:lpstr>TFT Csapatépítő</vt:lpstr>
      <vt:lpstr>Mi is az a TeamFight Tactics?</vt:lpstr>
      <vt:lpstr>Miben kapcsolódik a projectünk a játékhoz</vt:lpstr>
      <vt:lpstr>Weboldal</vt:lpstr>
      <vt:lpstr>Kódrészlet a weboldalból</vt:lpstr>
      <vt:lpstr>Wpf Program kinézete</vt:lpstr>
      <vt:lpstr>Kódrészlet a Wpf programból</vt:lpstr>
      <vt:lpstr>Kódrészlet a Wpf programból</vt:lpstr>
      <vt:lpstr>Swagger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TeamFight Tactics</dc:title>
  <dc:creator>MimiTheEmily</dc:creator>
  <cp:lastModifiedBy>MimiTheEmily</cp:lastModifiedBy>
  <cp:revision>17</cp:revision>
  <dcterms:created xsi:type="dcterms:W3CDTF">2025-02-12T20:01:05Z</dcterms:created>
  <dcterms:modified xsi:type="dcterms:W3CDTF">2025-04-09T13:06:39Z</dcterms:modified>
</cp:coreProperties>
</file>